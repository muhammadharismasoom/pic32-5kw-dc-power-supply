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0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83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3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1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61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44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4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70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99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5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54FFA-2B18-463A-BFFE-C8D9329F993F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105FE-D453-4C62-B60F-36389FBED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3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72697" y="1179871"/>
            <a:ext cx="7128387" cy="37755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205316" y="2163097"/>
            <a:ext cx="707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Press the  Temp </a:t>
            </a:r>
            <a:r>
              <a:rPr lang="en-US" sz="2400" dirty="0">
                <a:solidFill>
                  <a:schemeClr val="bg1"/>
                </a:solidFill>
              </a:rPr>
              <a:t>b</a:t>
            </a:r>
            <a:r>
              <a:rPr lang="en-US" sz="2400" dirty="0" smtClean="0">
                <a:solidFill>
                  <a:schemeClr val="bg1"/>
                </a:solidFill>
              </a:rPr>
              <a:t>utton to read the  temperature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5515895" y="2693137"/>
            <a:ext cx="1415845" cy="94389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46954" y="2875728"/>
            <a:ext cx="1179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Temp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4508088" y="3824522"/>
            <a:ext cx="3431458" cy="7767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83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2</cp:revision>
  <dcterms:created xsi:type="dcterms:W3CDTF">2024-09-18T06:41:39Z</dcterms:created>
  <dcterms:modified xsi:type="dcterms:W3CDTF">2024-09-18T13:53:28Z</dcterms:modified>
</cp:coreProperties>
</file>